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Стоимость, ₽</c:v>
                </c:pt>
              </c:strCache>
            </c:strRef>
          </c:tx>
          <c:spPr>
            <a:solidFill>
              <a:srgbClr val="D65E1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5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Подготовка и демонтаж</c:v>
                  </c:pt>
                  <c:pt idx="1">
                    <c:v>Покрытия и основания</c:v>
                  </c:pt>
                  <c:pt idx="2">
                    <c:v>Детская площадка</c:v>
                  </c:pt>
                  <c:pt idx="3">
                    <c:v>Сценический комплекс</c:v>
                  </c:pt>
                  <c:pt idx="4">
                    <c:v>Прочие МАФ и вход</c:v>
                  </c:pt>
                  <c:pt idx="5">
                    <c:v>Сохранение насаждений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218760</c:v>
                </c:pt>
                <c:pt idx="1">
                  <c:v>1087500</c:v>
                </c:pt>
                <c:pt idx="2">
                  <c:v>462000</c:v>
                </c:pt>
                <c:pt idx="3">
                  <c:v>713800</c:v>
                </c:pt>
                <c:pt idx="4">
                  <c:v>528000</c:v>
                </c:pt>
                <c:pt idx="5">
                  <c:v>18000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5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520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благоустройства территории Старожильского клуба. Участок 55:11:100201:1471, 1712 м². Стоимость 3 179 463 руб. при лимите 3,5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Акцент: клуб не единственный в селе, но единственный с открытой территорией у воды.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Проблемы конкретные и проверяемые, без общих слов про упадок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Генплан в масштабе 1:200. Номера на схеме совпадают с перечнем.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кадр проекта: праздник на фоне озера Старица.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Зоны приземления по ГОСТ Р 52169.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Резьба — не декор ради декора, а действующий образец местного ремесла.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Вместимость 200-250 человек — расчёт по площади полянки и зрительской площадки.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Ансамбль «Жихарка» и коллектив «Сибирская песня» — готовая основа для вечорок.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 о развитии: вложение работает за пределами одного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Ведомость не является сметой по ТЕР/ФЕР; для конкурсной документации нужен локальный сметный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Заполнить данные собрания и софинансирования перед подачей.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0"/>
            <a:ext cx="7132320" cy="4014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7132320" cy="4014216"/>
          </a:xfrm>
          <a:prstGeom prst="rect">
            <a:avLst/>
          </a:prstGeom>
          <a:solidFill>
            <a:srgbClr val="15201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ИНИЦИАТИВНОЕ БЮДЖЕТИРОВАНИЕ · ОМСКАЯ ОБЛАСТЬ · 2026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Старожильского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клуба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территории Любино-Старожильского сельского клуба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с. Любино-Малороссы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Любинский район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726 м²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благоустройства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00684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3 179 463 ₽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проекта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orota.png">    </p:cNvPr>
          <p:cNvPicPr>
            <a:picLocks noChangeAspect="1"/>
          </p:cNvPicPr>
          <p:nvPr/>
        </p:nvPicPr>
        <p:blipFill>
          <a:blip r:embed="rId1"/>
          <a:srcRect l="26000" r="26000" t="0" b="0"/>
          <a:stretch/>
        </p:blipFill>
        <p:spPr>
          <a:xfrm>
            <a:off x="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5669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МЕСТО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91440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Клуб, библиотека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выход к озеру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23317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Любино-Малороссах живёт около 1 500 человек. Старожильский клуб с сельской библиотекой под одной крышей — один из центров культурной жизни села.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309360" y="338328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35021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37673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Масленица · Троица · Новый год · концерты к 9 Мая, 8 Марта, 23 Февраля и Дню пожилого человека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443484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455371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Коллективы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«Сибирская песня» — взрослый · «Нотки» — детский · «Жихарка» — детский фольклорный ансамбль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309360" y="5532120"/>
            <a:ext cx="5303520" cy="77724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отличает эту площадку: открытая территория и выход к озеру Старица — единственное место, где праздник можно проводить под открытым небом, с водой на горизонте.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МЕШАЕТ СЕГОДНЯ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Главный ресурс клуба не работает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Открытое пространство у озера есть — но оно не обустроено.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Сцены нет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Выступающие стоят на земле. Погода срывает концерт целиком.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Скамеек нет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несут стулья из дома. Хоровод водить негде — поляна неровная.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Детям играть негде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праздниках дети под ногами у взрослых, игровой зоны нет.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658368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Машины на дороге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дни праздников автомобили встают на проезжей части ул. Старожильской.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два дощатых уличных туалета у берега: непригодны и закрывают выход к воде.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ПРОЕКТНОЕ РЕШЕНИЕ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Оборудованная деревенская площадь</a:t>
            </a:r>
            <a:endParaRPr lang="en-US" sz="3200" dirty="0"/>
          </a:p>
        </p:txBody>
      </p:sp>
      <p:pic>
        <p:nvPicPr>
          <p:cNvPr id="4" name="Image 0" descr="deck/p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475488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78308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06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73736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 с навесом и ветрозащитой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19659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4 м, свод из оранжевого поликарбоната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06440" y="229514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295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22494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для хороводов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247802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м² ровного газона под половики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06440" y="280720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0644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76148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Зрительская площадка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99008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м² асфальта перед эстрадой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806440" y="331927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06440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27355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5021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резные ворота, тропа 5 м, подход к клубу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806440" y="383133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0644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378561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401421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шестигранная, на 10–12 человек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806440" y="434340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0644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42976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площадка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309360" y="45262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м², четыре игровых элемента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806440" y="485546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06440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480974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Цветник, лавочка, навес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503834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входа в клуб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806440" y="536752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806440" y="5367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532180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Таблички на фасаде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309360" y="555040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клуб и библиотека, под золото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806440" y="587959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806440" y="5879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58338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Парковка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606247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мест на крошке, вне ограждения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806440" y="6355080"/>
            <a:ext cx="5760720" cy="0"/>
          </a:xfrm>
          <a:prstGeom prst="rect">
            <a:avLst/>
          </a:prstGeom>
          <a:solidFill>
            <a:srgbClr val="F2F5E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ЭЛЕМЕНТ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645152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 у воды и полянка для хороводов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Эстрада 8 × 4 м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Полукруглый настил под сводом из оранжевого поликарбоната. Со стороны воды — прозрачная ветрозащита 1,9 м: гасит ветер с озера, но не закрывает вид.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211 м²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не ставим намеренно: ровный свободный газон нужен под хороводы и вечорки — для них требуется круг, а не ряды.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Тканые половики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праздники расстилают домотканые дорожки — привычная рассадка, которая освобождается за минуту, когда встают в хоровод.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detskay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ДЕТИ И РОДИТЕЛИ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914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Площадка в поле зрения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11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 перед клубом справа, в прямой видимости из беседки: родители на празднике не теряют детей из виду.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2916936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834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Песочница 2,5 × 2,5 м с крышкой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" y="3319272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236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Качалка-балансир для малышей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721608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3639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Качели «Гнездо» ⌀ 1,0 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4123944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41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Спортивная лазилка 4,0 × 3,0 м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4526280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44439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лавочка с сиденьем 0,35 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484632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51937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— по смете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681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только под качелями и лазилкой, где высота падения наибольшая (70 м²). Остальное — песок 30 см: по ГОСТ Р ЕН 1177 равноценно, вдвое дешевле.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ho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566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 И ФАСАД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14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узнаёт себя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деталях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720840" y="219456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2084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296912" y="22128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Резные ворота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296912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Прорезное очелье, ажурный подзор, вертикальный набор створок — сибирская домовая резьба, как на старых домах по Старожильской. Изготовление силами местных мастеров.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20840" y="361188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3611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96912" y="36301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Навес над входом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296912" y="39776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Металлический каркас, вынос 2,2 м: крыльцо закрыто от дождя и снега.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20840" y="502920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72084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96912" y="5047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таблички под золото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296912" y="5394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«Любино-Малоросский Старожильский клуб» и «Библиотека» — в один ряд у угла фасада.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ТОЧКА ПРИТЯЖЕНИЯ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место для четырёх поколений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 вмещает ограниченное число людей и делит их на сцену и ряды. Открытая площадка такого деления не делает.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66928" cy="566928"/>
          </a:xfrm>
          <a:prstGeom prst="ellipse">
            <a:avLst/>
          </a:prstGeom>
          <a:solidFill>
            <a:srgbClr val="6E9A4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игровая площадка 195 м², в поле зрения беседки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6432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3730752" y="2468880"/>
            <a:ext cx="566928" cy="566928"/>
          </a:xfrm>
          <a:prstGeom prst="ellipse">
            <a:avLst/>
          </a:prstGeom>
          <a:solidFill>
            <a:srgbClr val="2F73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3075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 на 10–12 человек и полянка рядом с детьми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72784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47104" y="2468880"/>
            <a:ext cx="566928" cy="566928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47104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Старшее поколение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47104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у сцены, хороводы и вечорки на полянке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89136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9363456" y="2468880"/>
            <a:ext cx="566928" cy="566928"/>
          </a:xfrm>
          <a:prstGeom prst="ellipse">
            <a:avLst/>
          </a:prstGeom>
          <a:solidFill>
            <a:srgbClr val="1520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63456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363456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Подростки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63456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асфальтированная площадка перед эстрадой — в будни место для игр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200–250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единовременно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круглый год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— праздники, зима — ёлка и Масленица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И ТРАДИЦИИ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намеренно сделан не «городским»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пластиковых скамей, ни типового павильона: каждое решение отсылает к тому, как в селе празднуют до сих пор.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Любинские вечорки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Главное, ради чего затевается площадка. Молодёжные посиделки с песнями, играми и плясками планируем возродить — для них нужно ровное открытое место, где круг собирается и расходится.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1" name="Shape 9"/>
          <p:cNvSpPr/>
          <p:nvPr/>
        </p:nvSpPr>
        <p:spPr>
          <a:xfrm>
            <a:off x="655624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624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Традиционные хороводы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Хоровод требует свободного круга, а не рядов. Именно поэтому полянка остаётся ровной и без скамеек — это не экономия, а функция.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3268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Тканые половики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Домотканые дорожки есть в каждом доме, и на гуляньях их расстилали испокон веку. Полянка спроектирована под половики: это принятая в проекте норма, а не декоративная отсылка.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21" name="Shape 19"/>
          <p:cNvSpPr/>
          <p:nvPr/>
        </p:nvSpPr>
        <p:spPr>
          <a:xfrm>
            <a:off x="655624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5624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 и библиотека вместе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таблички на фасаде обозначают то, что у нас сохранилось и чего во многих сёлах уже нет: работающий очаг культуры с книгой.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не восстанавливается лекциями. Он держится на том, что люди делают вместе и регулярно: водят хоровод, садятся на половики, поют, приводят детей на ту же поляну, где водили их самих.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8404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Гости села и отдыхающие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526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Старица — место, куда в сезон приезжают на отдых. Обустроенная площадка позволяет селу впервые предложить гостю не просто берег, а программу.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5800" y="5440680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Вечорка с «Сибирской песней» и «Жихаркой»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5843016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575157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Фольклорный концерт на эстраде у воды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6245352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615391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Деревенский праздник в назначенный день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40480"/>
            <a:ext cx="3977640" cy="233172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63840" y="40416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меняет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370832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работает не только на жителей, но и на узнаваемость Любино-Малоросс за пределами района — и создаёт основание для дальнейших проектов: сельский туризм, ярмарка, сувенирное ремесло.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ДЕФЕКТНАЯ ВЕДОМОСТЬ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3 179 463 ₽ при лимите 3,5 млн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позиций в шести разделах. Расценки укрупнённые, до подачи подтверждаются коммерческими предложениями.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210312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3 028 060 ₽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560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прямые затраты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151 403 ₽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непредвиденные, 5 %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977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320 537 ₽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389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 до лимита, 9,2 %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0" y="5029200"/>
            <a:ext cx="379476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51937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выбирались с оглядкой на смету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546811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— только в зонах приземления, остальное песок. Парковка — крошка, не асфальт. Здание клуба, септик и существующие деревья в объём работ не входят.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pn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ЖИТЕЛЕЙ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готово вложиться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Инициатива исходит от [инициативной группы / совета ветеранов], собрание граждан от [__.__.2026], протокол № [__].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Денежный вклад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[сумма] руб. — [__] % от стоимости проекта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Трудовое участие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Субботники: планировка, посадка, покраска, укладка половиков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[что именно предоставляют жители]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6364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 после сдачи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 и газон — участники клуба совместно с администрацией села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623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 у Старожильского клуба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с. Любино-Малороссы · ул. Старожильская, 44в · участок 55:11:100201:1471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3 179 463 ₽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6108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лимите 3 500 000 ₽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Полянка у Старожильского клуба</dc:title>
  <dc:subject>PptxGenJS Presentation</dc:subject>
  <dc:creator>Инициативная группа с. Любино-Малороссы</dc:creator>
  <cp:lastModifiedBy>Инициативная группа с. Любино-Малороссы</cp:lastModifiedBy>
  <cp:revision>1</cp:revision>
  <dcterms:created xsi:type="dcterms:W3CDTF">2026-09-14T18:55:36Z</dcterms:created>
  <dcterms:modified xsi:type="dcterms:W3CDTF">2026-09-14T18:55:36Z</dcterms:modified>
</cp:coreProperties>
</file>